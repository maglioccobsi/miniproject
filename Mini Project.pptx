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B8D9A-EA52-4F42-B0D9-4B67B4F4D4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161FB-C6AD-4725-892D-4AD0C38AE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6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161FB-C6AD-4725-892D-4AD0C38AEF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2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2C2A-E8A8-8B24-73CA-C900D523A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2873E-A044-59C3-73DE-ABBB70084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9EC15-FB24-FC6B-8086-2C4919B6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EDD7-37EC-B065-86C5-056DA00E3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8876F-AD1E-1955-327F-30327649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5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2EC3-8B12-C0B4-CD2B-68097214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B92D5-AA2B-3C05-33AA-7ED0A4F92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0D48-E2CF-2A04-CD40-434A55A7D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D9F1E-A86B-EFF1-C52D-297EF5CAF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87901-5A00-AD86-2DCA-F37607F6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4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0FF4-86B9-A4F6-9970-887DB69A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A607-FBDB-9051-C0CA-F73119592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84B8-90C3-C7E9-716B-741DD012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A3BDF-08F0-A50E-1538-309F0ADB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0675-1F2E-6BFC-C81B-38EAD0D4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9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FC6A-D857-D1EF-442E-BE13A5D8A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5EA52-D7DB-DA86-BD42-09CF94B24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07AFA-7A3A-EF69-710A-CB20E41EF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0643-5014-41C7-8BB5-5DE63D5C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28461-CBAE-DADD-6CD0-4524D1F8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E9946-F23B-B1A9-836F-7DEE68DC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7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1AB2-A333-CE9F-DB4B-B8F86AA3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D6927-2923-3423-86C9-309DCDB86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90B74-3524-A34B-FD22-847F5A7F4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44CA3-B512-21A6-FB0F-7E4DD0625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A0879-F4FF-D246-7AB6-A838C0B1E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44611-0A15-C998-3D38-C7E62C9A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7A35D-5788-214D-1272-96500E16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EC4DA-F2A4-0CDD-6935-386E8D9F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7851-10C8-BB8A-54F7-44030C0B0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34EC4-161F-BD62-D3C4-B7A53BBC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DC4F5-6569-9811-B4DF-0E9F1116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D217B-18E3-49AA-4B5E-ACD458CF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676B8-4849-5CCD-DD29-C4B30C28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C59AE-DE04-9EA5-5920-AB7262A9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7A029-0007-B18A-D6B5-A2063E30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8D85-DF9F-6AE1-11CA-57117065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C7819-4D8F-BA25-B195-52DB62036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9675F-296B-C11C-BC7A-CF57178C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873C5-F98C-0C7F-4CA2-E5CB91D4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48274-1975-3822-1A65-8D0F671E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01DC7-710B-00CB-2882-BF85319D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B245-8478-6110-B139-70C23521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DD9AA-AE88-CFE6-A65E-760EA6DDE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54899-7DFA-AB7A-8EC5-AE6B242F9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0BB4A-1B43-0097-750C-FA3C971B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56087-4506-2A06-E8E8-6C5BFD15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22CC8-AC05-F053-8275-AA666A0D4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4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4DF3-6A17-CA37-EF5F-9DE428A6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EFA76-47EB-84C6-463A-EC18850C8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D9220-6EB9-FAA1-4500-32B5A2E4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550F-1203-836F-D491-D13CF3E2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8F18B-2340-B3A8-DD30-6E5FD005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02657-FB0A-D378-E646-67013B449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6735B-C7AE-0048-7702-AF532DF31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D622C-A16C-8FB5-ABF7-5FBCF8C6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A61A2-5C15-A102-A088-62E5CD71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9FAF-53DA-4983-9546-7BF05EB2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99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ADAE90-089F-160D-D630-49FD5731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F4148-DA9E-335F-8624-91988C522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46137-9D87-1C1D-8674-2D8FBC8E8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B7403-9E73-49BD-9D2F-83FC960479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276B5-09B8-9588-49AB-BA6D8C076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B9041-EB04-06BD-C11A-00FA945A4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59BB2-6140-438D-BBDB-3DD5C377B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8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8C1C0-553B-055D-0E27-10AD35F0C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GB" sz="56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Mini Project</a:t>
            </a:r>
            <a:endParaRPr lang="en-US" sz="5600" dirty="0">
              <a:solidFill>
                <a:srgbClr val="FFFFF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17D44-2811-57AA-F0B7-A4E0486D8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en-GB" sz="2000">
                <a:solidFill>
                  <a:srgbClr val="FFFFFF"/>
                </a:solidFill>
              </a:rPr>
              <a:t>By Sean, Brogan, Peter, Stefan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59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EFFED-E7B9-60CF-78F0-A0ABBC0A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 dirty="0">
                <a:solidFill>
                  <a:srgbClr val="FFFFFF"/>
                </a:solidFill>
              </a:rPr>
              <a:t>Objectives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C106-0402-5352-574D-7C89E93B4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Set up infrastructure using terraform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To configure servers using Ansible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Deploy a NodeJS application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Key requirements: VPC with 2x subnets (400+ IP’s each)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MySQL RDS Database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CI Server (Jenkins)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Deployment Server (Runs NodeJS app)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This project focuses on building infrastructure as code and automating deployment without actually provisioning resources.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64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0E034-F4FA-261B-DEDE-2A6AFF07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4800">
                <a:solidFill>
                  <a:srgbClr val="FFFFFF"/>
                </a:solidFill>
              </a:rPr>
              <a:t>Components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ACEA-1827-EE1E-53DB-26F5F5124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VPC – CIDR – 10.0.0.0/16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2 Public Subnets – 23 each 512IP’s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Ci Server EC2 – Jenkins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Deployment server EC2 – Runs NodeJS app opens to internet HTTP and CI server SSH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The CI server controls the pipeline, while the deployment server hosts the application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4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F4972-A63E-BE89-E4D1-B89FA590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>
                <a:solidFill>
                  <a:srgbClr val="FFFFFF"/>
                </a:solidFill>
              </a:rPr>
              <a:t>Security Design</a:t>
            </a: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59E7-B70F-317A-7999-F5F9EBE43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Security groups used instead of open access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CI server – SSH only from developer IP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Development server – SSH from developer machine and CI server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We restricted access using security groups to inforce lease privilege whilst enabling automation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13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67534-B2F3-6C34-2DEE-06358E80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>
                <a:solidFill>
                  <a:srgbClr val="FFFFFF"/>
                </a:solidFill>
              </a:rPr>
              <a:t>Terraform</a:t>
            </a: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35E0B-0F6B-5FC1-84A6-7730C677B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Modules created: 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VPC model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EC2 model 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Security Groups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The terraform code to improve reusability, clarity and scalability</a:t>
            </a:r>
          </a:p>
          <a:p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45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E81A1-3C9C-1623-85A7-795B18313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>
                <a:solidFill>
                  <a:srgbClr val="FFFFFF"/>
                </a:solidFill>
              </a:rPr>
              <a:t>Ansible</a:t>
            </a: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098D0-D3EF-5221-BE5B-54A08CCBE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Roles Created: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CI server role: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Jenkins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Docker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Curl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Unzip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Wget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Deployment Role: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Installs NodeJS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Clones Git Repo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Runs the app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Separating roles, keeps configuration clean and makes updates easier</a:t>
            </a:r>
          </a:p>
          <a:p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6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06E3E-1861-F4A9-BED5-2489E049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>
                <a:solidFill>
                  <a:srgbClr val="FFFFFF"/>
                </a:solidFill>
              </a:rPr>
              <a:t>Integration (CI – CD flow)</a:t>
            </a: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42E80-74FB-D61F-4400-4BF3776B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Pipeline flow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1 Terraform provides infrastructure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2 Ansible configures servers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3 CI Server deploys application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Jenkins acts as the orchestrator running Terraform first, then Ansible and finally deploying the app</a:t>
            </a: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670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D22DC-1408-B064-7208-1BA1AD3E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200">
                <a:solidFill>
                  <a:srgbClr val="FFFFFF"/>
                </a:solidFill>
              </a:rPr>
              <a:t>Application Deployment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5E96D-D72B-CF30-AE08-4A6E19DC8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Repository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Git Lab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Deployment Server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Clones Repo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Runs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NPM Install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NPM Start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The Deployment server, automatically pulls and runs the application using NodeJS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04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A454C-9002-7CC1-1AF8-5B9092A6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7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86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277</Words>
  <Application>Microsoft Office PowerPoint</Application>
  <PresentationFormat>Widescreen</PresentationFormat>
  <Paragraphs>59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ADLaM Display</vt:lpstr>
      <vt:lpstr>Aptos</vt:lpstr>
      <vt:lpstr>Aptos Display</vt:lpstr>
      <vt:lpstr>Arial</vt:lpstr>
      <vt:lpstr>Office Theme</vt:lpstr>
      <vt:lpstr>Mini Project</vt:lpstr>
      <vt:lpstr>Objectives</vt:lpstr>
      <vt:lpstr>Components</vt:lpstr>
      <vt:lpstr>Security Design</vt:lpstr>
      <vt:lpstr>Terraform</vt:lpstr>
      <vt:lpstr>Ansible</vt:lpstr>
      <vt:lpstr>Integration (CI – CD flow)</vt:lpstr>
      <vt:lpstr>Application Deployment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Cosgrove, Sean</dc:creator>
  <cp:lastModifiedBy>Cosgrove, Sean</cp:lastModifiedBy>
  <cp:revision>1</cp:revision>
  <dcterms:created xsi:type="dcterms:W3CDTF">2026-05-15T10:14:25Z</dcterms:created>
  <dcterms:modified xsi:type="dcterms:W3CDTF">2026-05-15T10:48:10Z</dcterms:modified>
</cp:coreProperties>
</file>